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57200"/>
            <a:ext cx="10058400" cy="594360"/>
          </a:xfrm>
          <a:prstGeom prst="rect">
            <a:avLst/>
          </a:prstGeom>
          <a:noFill/>
        </p:spPr>
        <p:txBody>
          <a:bodyPr wrap="none">
            <a:spAutoFit/>
          </a:bodyPr>
          <a:lstStyle/>
          <a:p>
            <a:r>
              <a:rPr sz="3400"/>
              <a:t>One idea per slide</a:t>
            </a:r>
          </a:p>
        </p:txBody>
      </p:sp>
      <p:sp>
        <p:nvSpPr>
          <p:cNvPr id="3" name="TextBox 2"/>
          <p:cNvSpPr txBox="1"/>
          <p:nvPr/>
        </p:nvSpPr>
        <p:spPr>
          <a:xfrm>
            <a:off x="914400" y="1737360"/>
            <a:ext cx="9144000" cy="2926080"/>
          </a:xfrm>
          <a:prstGeom prst="rect">
            <a:avLst/>
          </a:prstGeom>
          <a:noFill/>
        </p:spPr>
        <p:txBody>
          <a:bodyPr wrap="none">
            <a:spAutoFit/>
          </a:bodyPr>
          <a:lstStyle/>
          <a:p>
            <a:r>
              <a:rPr sz="2400"/>
              <a:t>Focus on the message.</a:t>
            </a:r>
            <a:br/>
            <a:r>
              <a:t>Support it with concise evidence.</a:t>
            </a:r>
            <a:br/>
            <a:r>
              <a:t>Leave room for the audience to think.</a:t>
            </a:r>
          </a:p>
        </p:txBody>
      </p:sp>
      <p:sp>
        <p:nvSpPr>
          <p:cNvPr id="4" name="Rounded Rectangle 3"/>
          <p:cNvSpPr/>
          <p:nvPr/>
        </p:nvSpPr>
        <p:spPr>
          <a:xfrm>
            <a:off x="1828800" y="5029200"/>
            <a:ext cx="2011680" cy="457200"/>
          </a:xfrm>
          <a:prstGeom prst="roundRect">
            <a:avLst/>
          </a:prstGeom>
          <a:solidFill>
            <a:srgbClr val="DFE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0" y="5029200"/>
            <a:ext cx="2011680" cy="457200"/>
          </a:xfrm>
          <a:prstGeom prst="roundRect">
            <a:avLst/>
          </a:prstGeom>
          <a:solidFill>
            <a:srgbClr val="DFE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0" y="5029200"/>
            <a:ext cx="2011680" cy="457200"/>
          </a:xfrm>
          <a:prstGeom prst="roundRect">
            <a:avLst/>
          </a:prstGeom>
          <a:solidFill>
            <a:srgbClr val="DFE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57200"/>
            <a:ext cx="10058400" cy="594360"/>
          </a:xfrm>
          <a:prstGeom prst="rect">
            <a:avLst/>
          </a:prstGeom>
          <a:noFill/>
        </p:spPr>
        <p:txBody>
          <a:bodyPr wrap="none">
            <a:spAutoFit/>
          </a:bodyPr>
          <a:lstStyle/>
          <a:p>
            <a:r>
              <a:rPr sz="3000"/>
              <a:t>Overloaded slide needing edits</a:t>
            </a:r>
          </a:p>
        </p:txBody>
      </p:sp>
      <p:sp>
        <p:nvSpPr>
          <p:cNvPr id="3" name="TextBox 2"/>
          <p:cNvSpPr txBox="1"/>
          <p:nvPr/>
        </p:nvSpPr>
        <p:spPr>
          <a:xfrm>
            <a:off x="777240" y="1417320"/>
            <a:ext cx="10058400" cy="3657600"/>
          </a:xfrm>
          <a:prstGeom prst="rect">
            <a:avLst/>
          </a:prstGeom>
          <a:noFill/>
        </p:spPr>
        <p:txBody>
          <a:bodyPr wrap="none">
            <a:spAutoFit/>
          </a:bodyPr>
          <a:lstStyle/>
          <a:p>
            <a:r>
              <a:rPr sz="1000"/>
              <a:t>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 This slide intentionally contains too much text and many detailed statements that should be simplified.</a:t>
            </a:r>
          </a:p>
        </p:txBody>
      </p:sp>
      <p:sp>
        <p:nvSpPr>
          <p:cNvPr id="4" name="TextBox 3"/>
          <p:cNvSpPr txBox="1"/>
          <p:nvPr/>
        </p:nvSpPr>
        <p:spPr>
          <a:xfrm>
            <a:off x="11704320" y="6492240"/>
            <a:ext cx="1828800" cy="457200"/>
          </a:xfrm>
          <a:prstGeom prst="rect">
            <a:avLst/>
          </a:prstGeom>
          <a:noFill/>
        </p:spPr>
        <p:txBody>
          <a:bodyPr wrap="none">
            <a:spAutoFit/>
          </a:bodyPr>
          <a:lstStyle/>
          <a:p>
            <a:r>
              <a:rPr sz="1500"/>
              <a:t>THIS WILL BE OFF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57200"/>
            <a:ext cx="10058400" cy="594360"/>
          </a:xfrm>
          <a:prstGeom prst="rect">
            <a:avLst/>
          </a:prstGeom>
          <a:noFill/>
        </p:spPr>
        <p:txBody>
          <a:bodyPr wrap="none">
            <a:spAutoFit/>
          </a:bodyPr>
          <a:lstStyle/>
          <a:p>
            <a:r>
              <a:rPr sz="3400"/>
              <a:t>Low-contrast example</a:t>
            </a:r>
          </a:p>
        </p:txBody>
      </p:sp>
      <p:sp>
        <p:nvSpPr>
          <p:cNvPr id="3" name="TextBox 2"/>
          <p:cNvSpPr txBox="1"/>
          <p:nvPr/>
        </p:nvSpPr>
        <p:spPr>
          <a:xfrm>
            <a:off x="822960" y="1828800"/>
            <a:ext cx="10058400" cy="914400"/>
          </a:xfrm>
          <a:prstGeom prst="rect">
            <a:avLst/>
          </a:prstGeom>
          <a:noFill/>
        </p:spPr>
        <p:txBody>
          <a:bodyPr wrap="none">
            <a:spAutoFit/>
          </a:bodyPr>
          <a:lstStyle/>
          <a:p>
            <a:r>
              <a:rPr sz="2200">
                <a:solidFill>
                  <a:srgbClr val="ECECEC"/>
                </a:solidFill>
              </a:rPr>
              <a:t>This text is nearly white on white; make it darker.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